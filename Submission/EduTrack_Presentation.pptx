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72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554480" cy="1399540"/>
          </a:xfrm>
          <a:prstGeom prst="triangl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7708900" y="3691890"/>
            <a:ext cx="1435100" cy="145161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83920" y="67437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Details of the Team and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83920" y="2228850"/>
            <a:ext cx="3429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83920" y="250317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Chosen :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0" y="250317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Learning and Adaptive Education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3920" y="291465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: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0" y="291465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3920" y="332613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 :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0" y="332613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EduTrack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3920" y="373761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Name :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0" y="373761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Suwrat Korgaonkar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3920" y="414909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Name :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0000" y="414909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 Bharati Public School, Navi Mumbai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Idea / Solution / Prototype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CBSE students face extreme cognitive overload from jumping between disjointed study tools (textbook readers, timers, flashcard tools, group chats, test engines).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learning materials (NCERT books) are static, lacking adaptive explanations or native translation support (Hinglish/English toggle).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Revision lacks systematic feedback—students rarely use spacing techniques like Leitner boxes for active memory recall.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5788152" cy="457200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EduTrack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Learning Space: Combines notes, AI flashcards, whiteboards, pomodoro, groups, and testing into one layout.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AI Textbook: Instantly simplifies textbook theories into readable, high-retention summaries with Hinglish language toggling.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Spaced Leitner System: Automates box-based memory recall where students earn XP and level up as they master concepts.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peer StudyCircles: Encourages group work through secure, real-time message feeds and collaborative canvases.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0"/>
            <a:ext cx="2103120" cy="38404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4630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Class Pick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registers, sets class (6-10) and chooses Hinglish/English language preferences.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0" y="2011680"/>
            <a:ext cx="2103120" cy="38404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Study Path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maps chapters into steps. Workspace shows level dial, streaks, and active quests.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200" y="2011680"/>
            <a:ext cx="2103120" cy="38404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Lab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9260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reads simplified theory, generates revision sheets, and sketches on whiteboard.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0" y="2011680"/>
            <a:ext cx="2103120" cy="38404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4630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Leitner Spaced Cards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29260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recall cards into higher Leitner boxes, automatically awarding XP on completion.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01200" y="2011680"/>
            <a:ext cx="2103120" cy="38404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14630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8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92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StudyCircles &amp; PYQs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292608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Collabs in real-time chat circles, runs PYQ mock tests and receives detailed grading.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/ Next.js 14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&amp; Animation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 Icons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CSS 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 API Routes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engine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 caching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Live Solutions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 (Real-time)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LiveKit (Video conferencing)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572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 / Flash models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client integration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566160" cy="1920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Utilities &amp; Cache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4572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persistence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CustomEvents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Spaced-repetition Leitner box model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/ Approach Details &amp; USP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Layout Architecture: Utilizes a shared SidebarLayout wrapper that handles route prefetching and automatic login/email-verification guards.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Synchronization: Employs React context for session storage, custom window event hooks (`edutrack_xp_updated`) for real-time XP updates, and Firebase snapshot listeners for real-time StudyCircles messaging.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storage &amp; Leitner Model: Client-side Leitner engine updates card boxes and resets daily quests automatically when a new day is detected.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Generative Prompt Pipelines: Structures prompts to enforce CBSE guidelines, filtering out concepts (like the mole concept in basic classes) based on user profile.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0C0F1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Stopper / USP of Project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CBSE Study Cockpit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existing tools that focus solely on videos, textbooks, or flashcards, EduTrack brings these together in a unified workspace: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tutor acts as an active companion, capable of adding flashcards directly into the student's Leitner boxes.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Progression is gamified—studying NCERT material, using flashcards, and taking PYQ tests automatically triggers XP awards, streaks, levels, and leaderboards.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StudyCircles integrate interactive sketching and text feeds, turning isolated studying into an online collaborative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3200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Class/Section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Suwrat Korgaonkar (Leader)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suwratkorg@gmail.com / 904263@nm.balbharati.org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Suryansh Gupta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907685@nm.balbharati.org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Abhimanyu Mukherjee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903974@nm.balbharati.org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Revanth Vutukuru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Revanth.vutu09@gmail.com / 903878@nm.balbharati.org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School: Bal Bharati Public School, Navi Mumbai (Class 10 Student Team)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9445752" cy="4389120"/>
          </a:xfrm>
          <a:prstGeom prst="roundRect">
            <a:avLst/>
          </a:prstGeom>
          <a:solidFill>
            <a:srgbClr val="0C0F1D"/>
          </a:solidFill>
          <a:ln w="2540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64592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EduTrack Portal Demo Video Showcase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7616952" cy="2743200"/>
          </a:xfrm>
          <a:prstGeom prst="rect">
            <a:avLst/>
          </a:prstGeom>
          <a:solidFill>
            <a:srgbClr val="03050C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32704" y="310896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5998464" y="3337560"/>
            <a:ext cx="274320" cy="45720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512064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Walkthrough Highlights: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Navigation • Dynamic AI Textbook Hinglish Explanations • Leitner Box Recalls • Peer Chat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Highlight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583680" cy="4572000"/>
          </a:xfrm>
          <a:prstGeom prst="roundRect">
            <a:avLst/>
          </a:prstGeom>
          <a:solidFill>
            <a:srgbClr val="010206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src/lib/xp.ts - Core XP &amp; Gamification Engine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awardUserXP(amount: number): { newXp: number; newLevel: number; leveledUp: boolean } {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(typeof window === "undefined") return { newXp: 0, newLevel: 1, leveledUp: false };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xp = parseInt(localStorage.getItem("edutrack_xp") || "0", 10);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level = parseInt(localStorage.getItem("edutrack_level") || "1", 10);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newXp = xp + amount;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nextLvlThreshold = level * 200;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newLvl = level;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leveledUp = false;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(newXp &gt;= nextLvlThreshold) {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newXp -= nextLvlThreshold;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newLvl += 1;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nextLvlThreshold = newLvl * 200;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leveledUp = true;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localStorage.setItem("edutrack_xp", newXp.toString());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localStorage.setItem("edutrack_level", newLvl.toString());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Broadcast custom event to sync layouts instantly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window.dispatchEvent(new CustomEvent("edutrack_xp_updated", { detail: { xp: newXp, level: newLvl } }));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newXp, newLevel: newLvl, leveledUp };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4416552" cy="457200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Implementation Details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XP progression: Calculates levels dynamically with threshold multipliers ($L \times 200$ XP per level).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broadcast: Dispatches a CustomEvent (`edutrack_xp_updated`) to standard browsers, notifying sidebar layouts, dashboards, and profile components to reactively scale progress bars.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Storage: Backed by browser local storage keys to ensure XP logs and Daily Streak history survive tab reloads without requiring continuous database hits.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Hook wrapper: Easily callable in NCERT textbooks (+50 XP), flashcard spaced review box promotions (+15 XP), or PYQ assessments.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996</Words>
  <Application>Microsoft Office PowerPoint</Application>
  <PresentationFormat>On-screen Show (16:9)</PresentationFormat>
  <Paragraphs>167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2026-06-14T12:30:23Z</dcterms:created>
  <dcterms:modified xsi:type="dcterms:W3CDTF">2026-06-14T14:43:51Z</dcterms:modified>
</cp:coreProperties>
</file>