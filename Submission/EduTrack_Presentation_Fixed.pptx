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03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dutrack-delta-drab.vercel.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dutrack-delta-drab.vercel.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dutrack-delta-drab.vercel.ap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riram12345678900/Edutrack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2286000" cy="1938528"/>
          </a:xfrm>
          <a:prstGeom prst="triangl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9906000" y="4572000"/>
            <a:ext cx="2286000" cy="228600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Details of the Team and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4572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19" y="3383280"/>
            <a:ext cx="30667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Chosen :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Learning and Adaptive 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Education{Quality </a:t>
            </a:r>
            <a:r>
              <a:rPr lang="en-US" sz="1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Educaation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: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 :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EduTrack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Name :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 Raja </a:t>
            </a:r>
            <a:r>
              <a:rPr lang="en-US" sz="1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Srirama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Rameshu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Name :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 Bharati Public School, Navi Mumbai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440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Link : </a:t>
            </a:r>
            <a:endParaRPr lang="en-US" sz="1600" dirty="0"/>
          </a:p>
        </p:txBody>
      </p:sp>
      <p:sp>
        <p:nvSpPr>
          <p:cNvPr id="17" name="Text 15">
            <a:hlinkClick r:id="rId3"/>
          </p:cNvPr>
          <p:cNvSpPr/>
          <p:nvPr/>
        </p:nvSpPr>
        <p:spPr>
          <a:xfrm>
            <a:off x="365760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https://edutrack-delta-drab.vercel.app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Idea / Solution / Prototype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CBSE students face extreme cognitive overload from jumping between disjointed study tools (textbook readers, timers, flashcard tools, group chats, test engines).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learning materials (NCERT books) are static, lacking adaptive explanations or native translation support (Hinglish/English toggle).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Revision lacks systematic feedback—students rarely use spacing techniques like Leitner boxes for active memory recall.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486400" cy="47548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EduTrack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Learning Space: Combines notes, AI flashcards, whiteboards, pomodoro, groups, and testing into one layout.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AI Textbook: Instantly simplifies textbook theories into readable, high-retention summaries with Hinglish language toggling.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Spaced Leitner System: Automates box-based memory recall where students earn XP and level up as they master concepts.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peer StudyCircles: Encourages group work through secure, real-time message feeds and collaborative canvases.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2103120" cy="4206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1887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Class Pick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registers, sets class (6-10) and chooses Hinglish/English language preferences.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0" y="1645920"/>
            <a:ext cx="2103120" cy="4206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1887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Study Path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34640" y="256032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maps chapters into steps. Workspace shows level dial, streaks, and active quests.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29200" y="1645920"/>
            <a:ext cx="2103120" cy="4206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1887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Lab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20640" y="256032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reads simplified theory, generates revision sheets, and sketches on whiteboard.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15200" y="1645920"/>
            <a:ext cx="2103120" cy="4206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1887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Leitner Spaced Cards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06640" y="256032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recall cards into higher Leitner boxes, automatically awarding XP on completion.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183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01200" y="1645920"/>
            <a:ext cx="2103120" cy="420624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11887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3784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92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StudyCircles &amp; PYQs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92640" y="256032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Collabs in real-time chat circles, runs PYQ mock tests and receives detailed grading.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566160" cy="219456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/ Next.js 14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219456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&amp; Animation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 Icons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CSS variables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66160" cy="219456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011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 API Routes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engine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 caching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3566160" cy="219456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Live Solutions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 (Real-time)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LiveKit (Video conferencing)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840480"/>
            <a:ext cx="3566160" cy="219456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Orchestration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Pro / Flash models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client integration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Outputs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566160" cy="219456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Utilities &amp; Cache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persistence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CustomEvents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Spaced-repetition Leitner box model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/ Approach Details &amp; USP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Layout Architecture: Utilizes a shared SidebarLayout wrapper that handles route prefetching and automatic login/email-verification guards.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Synchronization: Employs React context for session storage, custom window event hooks (`edutrack_xp_updated`) for real-time XP updates, and Firebase snapshot listeners for real-time StudyCircles messaging.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storage &amp; Leitner Model: Client-side Leitner engine updates card boxes and resets daily quests automatically when a new day is detected.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Generative Prompt Pipelines: Structures prompts to enforce CBSE guidelines, filtering out concepts (like the mole concept in basic classes) based on user profile.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0C0F1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Stopper / USP of Project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CBSE Study Cockpit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5603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existing tools that focus solely on videos, textbooks, or flashcards, EduTrack brings these together in a unified workspace: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tutor acts as an active companion, capable of adding flashcards directly into the student's Leitner boxes.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Progression is gamified—studying NCERT material, using flashcards, and taking PYQ tests automatically triggers XP awards, streaks, levels, and leaderboards.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StudyCircles integrate interactive sketching and text feeds, turning isolated studying into an online collaborative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259306"/>
              </p:ext>
            </p:extLst>
          </p:nvPr>
        </p:nvGraphicFramePr>
        <p:xfrm>
          <a:off x="457200" y="1780266"/>
          <a:ext cx="11274552" cy="307238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Class/Section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Address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 Raja </a:t>
                      </a:r>
                      <a:r>
                        <a:rPr lang="en-US" sz="1200" b="1" dirty="0" err="1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Srirama</a:t>
                      </a: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00" b="1" dirty="0" err="1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Rameshu</a:t>
                      </a:r>
                      <a:endParaRPr lang="en-US" sz="1200" dirty="0" smtClean="0"/>
                    </a:p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Sriraghavarama@gmail.com 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</a:t>
                      </a: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908200@nm.balbharati.org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Nirbhay</a:t>
                      </a: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00" dirty="0" err="1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u="none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Nirbhay</a:t>
                      </a:r>
                      <a:r>
                        <a:rPr lang="en-US" sz="1200" u="none" dirty="0" smtClean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firake@gmail.com/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908311@nm.balbharati.org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Grahesh</a:t>
                      </a:r>
                      <a:r>
                        <a:rPr lang="en-US" sz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00" dirty="0" err="1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Mayekar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4400" dirty="0" smtClean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−</a:t>
                      </a:r>
                      <a:endParaRPr lang="en-US" sz="440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School: Bal Bharati Public School, Navi Mumbai (Class 10 Student Team)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371600"/>
            <a:ext cx="9445752" cy="4389120"/>
          </a:xfrm>
          <a:prstGeom prst="roundRect">
            <a:avLst/>
          </a:prstGeom>
          <a:solidFill>
            <a:srgbClr val="0C0F1D"/>
          </a:solidFill>
          <a:ln w="2540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55448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EduTrack Portal Demo Video Showcase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7616952" cy="2926080"/>
          </a:xfrm>
          <a:prstGeom prst="rect">
            <a:avLst/>
          </a:prstGeom>
          <a:solidFill>
            <a:srgbClr val="03050C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32704" y="3108960"/>
            <a:ext cx="914400" cy="9144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5998464" y="3337560"/>
            <a:ext cx="274320" cy="45720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502920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Walkthrough Highlights: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Navigation • Dynamic AI Textbook Hinglish Explanations • Leitner Box Recalls • Peer Chat</a:t>
            </a:r>
            <a:endParaRPr lang="en-US" sz="11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2286000" y="5486400"/>
            <a:ext cx="7616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Access Live Application: https://edutrack-delta-drab.vercel.app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Highlight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583680" cy="4754880"/>
          </a:xfrm>
          <a:prstGeom prst="roundRect">
            <a:avLst/>
          </a:prstGeom>
          <a:solidFill>
            <a:srgbClr val="010206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2179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src/lib/xp.ts - Core XP &amp; Gamification Engine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awardUserXP(amount: number): { newXp: number; newLevel: number; leveledUp: boolean } {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(typeof window === "undefined") return { newXp: 0, newLevel: 1, leveledUp: false };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xp = parseInt(localStorage.getItem("edutrack_xp") || "0", 10);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level = parseInt(localStorage.getItem("edutrack_level") || "1", 10);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newXp = xp + amount;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nextLvlThreshold = level * 200;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newLvl = level;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leveledUp = false;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(newXp &gt;= nextLvlThreshold) {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newXp -= nextLvlThreshold;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newLvl += 1;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nextLvlThreshold = newLvl * 200;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leveledUp = true;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localStorage.setItem("edutrack_xp", newXp.toString());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localStorage.setItem("edutrack_level", newLvl.toString());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Broadcast custom event to sync layouts instantly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window.dispatchEvent(new CustomEvent("edutrack_xp_updated", { detail: { xp: newXp, level: newLvl } }));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newXp, newLevel: newLvl, leveledUp };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0" y="1371600"/>
            <a:ext cx="4416552" cy="47548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Implementation Details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0" y="201168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XP progression: Calculates levels dynamically with threshold multipliers ($L \times 200$ XP per level).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Client-side broadcast: Dispatches a CustomEvent (`edutrack_xp_updated`) to standard browsers, notifying sidebar layouts, dashboards, and profile components to reactively scale progress bars.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Persistent Storage: Backed by browser local storage keys to ensure XP logs and Daily Streak history survive tab reloads without requiring continuous database hits.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Hook wrapper: Easily callable in NCERT textbooks (+50 XP), flashcard spaced review box promotions (+15 XP), or PYQ assessments.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Access &amp; Codebase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Deployed Platform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https://edutrack-delta-drab.vercel.app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URL: Deployed to cloud infrastructure for low-latency delivery.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Responsive: Optimized for desktops, tablets, and smart boards in classrooms.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Firebase Integration: Handles secure real-time authentication and synchronized peer sessions seamlessly.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Ready to Test: Create a free account or login to explore AI tutors, homework lens scanner, Leitner cards, and collaborative whiteboard.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0C0F1D"/>
          </a:solidFill>
          <a:ln w="19050">
            <a:solidFill>
              <a:srgbClr val="252B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2200" dirty="0"/>
          </a:p>
        </p:txBody>
      </p:sp>
      <p:sp>
        <p:nvSpPr>
          <p:cNvPr id="10" name="Text 8">
            <a:hlinkClick r:id="rId4"/>
          </p:cNvPr>
          <p:cNvSpPr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 Codebase Link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 Control: Hosted on GitHub with comprehensive commit logs.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Technology Highlights: Next.js 14 App Router, TypeScript, Tailwind CSS, and custom AI prompt pipelines.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Setup Guide: Comprehensive README.md file detailing local compilation commands and environment variables setup.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Design: Clean file structures split by concerns (components, state context hooks, local engines, database adapters).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1164</Words>
  <Application>Microsoft Office PowerPoint</Application>
  <PresentationFormat>Widescreen</PresentationFormat>
  <Paragraphs>186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4</cp:revision>
  <dcterms:created xsi:type="dcterms:W3CDTF">2026-06-15T14:47:54Z</dcterms:created>
  <dcterms:modified xsi:type="dcterms:W3CDTF">2026-06-15T17:36:12Z</dcterms:modified>
</cp:coreProperties>
</file>