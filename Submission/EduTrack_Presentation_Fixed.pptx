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edutrack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edutrack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edutrack.app" TargetMode="External"/><Relationship Id="rId2" Type="http://schemas.openxmlformats.org/officeDocument/2006/relationships/hyperlink" Target="https://github.com/sriram12345678900/Edutrack.gi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-457200" y="-457200"/>
            <a:ext cx="2286000" cy="2286000"/>
          </a:xfrm>
          <a:prstGeom prst="triangle">
            <a:avLst/>
          </a:prstGeom>
          <a:solidFill>
            <a:srgbClr val="6366F1"/>
          </a:solidFill>
          <a:ln/>
        </p:spPr>
      </p:sp>
      <p:sp>
        <p:nvSpPr>
          <p:cNvPr id="3" name="Shape 1"/>
          <p:cNvSpPr/>
          <p:nvPr/>
        </p:nvSpPr>
        <p:spPr>
          <a:xfrm flipH="1">
            <a:off x="10360152" y="5029200"/>
            <a:ext cx="2286000" cy="2286000"/>
          </a:xfrm>
          <a:prstGeom prst="triangle">
            <a:avLst/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Details of the Team and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457200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383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Chosen : 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0" y="3383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Learning and Adaptive Education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947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: 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0" y="3794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206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Name : 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EduTrack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Leader Name : 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0" y="4617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Suwrat Korgaonkar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50292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Name : 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7600" y="5029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 Bharati Public School, Navi Mumbai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" y="54406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Link : </a:t>
            </a:r>
            <a:endParaRPr lang="en-US" sz="1600" dirty="0"/>
          </a:p>
        </p:txBody>
      </p:sp>
      <p:sp>
        <p:nvSpPr>
          <p:cNvPr id="17" name="Text 15">
            <a:hlinkClick r:id="rId1" tooltip=""/>
          </p:cNvPr>
          <p:cNvSpPr/>
          <p:nvPr/>
        </p:nvSpPr>
        <p:spPr>
          <a:xfrm>
            <a:off x="3657600" y="5440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https://edutrack.app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your Idea / Solution / Prototype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30352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CBSE students face extreme cognitive overload from jumping between disjointed study tools (textbook readers, timers, flashcard tools, group chats, test engines).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Core learning materials (NCERT books) are static, lacking adaptive explanations or native translation support (Hinglish/English toggle).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Revision lacks systematic feedback—students rarely use spacing techniques like Leitner boxes for active memory recall.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280160"/>
            <a:ext cx="5486400" cy="475488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EduTrack Solution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92240" y="201168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Learning Space: Combines notes, AI flashcards, whiteboards, pomodoro, groups, and testing into one layout.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Dynamic AI Textbook: Instantly simplifies textbook theories into readable, high-retention summaries with Hinglish language toggling.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Spaced Leitner System: Automates box-based memory recall where students earn XP and level up as they master concepts.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peer StudyCircles: Encourages group work through secure, real-time message feeds and collaborative canvases.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Flow Chart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645920"/>
            <a:ext cx="2103120" cy="420624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11887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&amp; Class Pick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56032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registers, sets class (6-10) and chooses Hinglish/English language preferences.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56032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743200" y="1645920"/>
            <a:ext cx="2103120" cy="420624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11887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8346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Study Path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834640" y="256032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maps chapters into steps. Workspace shows level dial, streaks, and active quests.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4632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0" y="1645920"/>
            <a:ext cx="2103120" cy="420624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11887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1206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Lab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120640" y="256032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reads simplified theory, generates revision sheets, and sketches on whiteboard.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13232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15200" y="1645920"/>
            <a:ext cx="2103120" cy="420624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92440" y="11887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4" name="Text 22"/>
          <p:cNvSpPr/>
          <p:nvPr/>
        </p:nvSpPr>
        <p:spPr>
          <a:xfrm>
            <a:off x="80924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066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Leitner Spaced Cards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406640" y="256032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Promotes recall cards into higher Leitner boxes, automatically awarding XP on completion.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41832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601200" y="1645920"/>
            <a:ext cx="2103120" cy="420624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78440" y="11887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30" name="Text 28"/>
          <p:cNvSpPr/>
          <p:nvPr/>
        </p:nvSpPr>
        <p:spPr>
          <a:xfrm>
            <a:off x="103784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6926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StudyCircles &amp; PYQs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692640" y="256032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Collabs in real-time chat circles, runs PYQ mock tests and receives detailed grading.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Core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/ Next.js 14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CSS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54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&amp; Animation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Framer Motion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Lucide React Icons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CSS variables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37160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554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Services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21040" y="20116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App Router API Routes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engine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Data caching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023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&amp; Live Solutions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Auth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Firestore (Real-time)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LiveKit (Video conferencing)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97680" y="384048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4023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Orchestration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80560" y="44805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Pro / Flash models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OpenRouter client integration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JSON Outputs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38160" y="384048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4023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Utilities &amp; Cache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21040" y="44805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localStorage persistence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 CustomEvents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Spaced-repetition Leitner box model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/ Approach Details &amp; USP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5486400" cy="475488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 &amp; 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Modular Layout Architecture: Utilizes a shared SidebarLayout wrapper that handles route prefetching and automatic login/email-verification guards.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State Synchronization: Employs React context for session storage, custom window event hooks (`edutrack_xp_updated`) for real-time XP updates, and Firebase snapshot listeners for real-time StudyCircles messaging.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storage &amp; Leitner Model: Client-side Leitner engine updates card boxes and resets daily quests automatically when a new day is detected.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Generative Prompt Pipelines: Structures prompts to enforce CBSE guidelines, filtering out concepts (like the mole concept in basic classes) based on user profile.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486400" cy="4754880"/>
          </a:xfrm>
          <a:prstGeom prst="roundRect">
            <a:avLst/>
          </a:prstGeom>
          <a:solidFill>
            <a:srgbClr val="0C0F1D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Stopper / USP of Project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9224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Unified CBSE Study Cockpit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56032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Unlike existing tools that focus solely on videos, textbooks, or flashcards, EduTrack brings these together in a unified workspace: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AI tutor acts as an active companion, capable of adding flashcards directly into the student's Leitner boxes.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Progression is gamified—studying NCERT material, using flashcards, and taking PYQ tests automatically triggers XP awards, streaks, levels, and leaderboards.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StudyCircles integrate interactive sketching and text feeds, turning isolated studying into an online collaborative experience.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 Details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74552" cy="384048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2926080"/>
                <a:gridCol w="1371600"/>
                <a:gridCol w="1097280"/>
                <a:gridCol w="4050792"/>
              </a:tblGrid>
              <a:tr h="7680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 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Class/Section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Gender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Email Address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Suwrat Korgaonkar (Leader)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suwratkorg@gmail.com / 904263@nm.balbharati.org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Suryansh Gupta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907685@nm.balbharati.org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Abhimanyu Mukherjee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903974@nm.balbharati.org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Revanth Vutukuru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Revanth.vutu09@gmail.com / 903878@nm.balbharati.org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7607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School: Bal Bharati Public School, Navi Mumbai (Class 10 Student Team)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Video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1371600"/>
            <a:ext cx="9445752" cy="4389120"/>
          </a:xfrm>
          <a:prstGeom prst="roundRect">
            <a:avLst/>
          </a:prstGeom>
          <a:solidFill>
            <a:srgbClr val="0C0F1D"/>
          </a:solidFill>
          <a:ln w="25400">
            <a:solidFill>
              <a:srgbClr val="252B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28800" y="155448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EduTrack Portal Demo Video Showcase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286000" y="2103120"/>
            <a:ext cx="7616952" cy="2926080"/>
          </a:xfrm>
          <a:prstGeom prst="rect">
            <a:avLst/>
          </a:prstGeom>
          <a:solidFill>
            <a:srgbClr val="03050C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32704" y="3108960"/>
            <a:ext cx="914400" cy="9144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8" name="Shape 6"/>
          <p:cNvSpPr/>
          <p:nvPr/>
        </p:nvSpPr>
        <p:spPr>
          <a:xfrm>
            <a:off x="5998464" y="3337560"/>
            <a:ext cx="274320" cy="457200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0" y="5029200"/>
            <a:ext cx="7616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Walkthrough Highlights: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Navigation • Dynamic AI Textbook Hinglish Explanations • Leitner Box Recalls • Peer Chat</a:t>
            </a:r>
            <a:endParaRPr lang="en-US" sz="11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2286000" y="5486400"/>
            <a:ext cx="7616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Access Live Application: https://edutrack.app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Code Highlight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6583680" cy="4754880"/>
          </a:xfrm>
          <a:prstGeom prst="roundRect">
            <a:avLst/>
          </a:prstGeom>
          <a:solidFill>
            <a:srgbClr val="010206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621792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src/lib/xp.ts - Core XP &amp; Gamification Engine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awardUserXP(amount: number): { newXp: number; newLevel: number; leveledUp: boolean } {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(typeof window === "undefined") return { newXp: 0, newLevel: 1, leveledUp: false };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xp = parseInt(localStorage.getItem("edutrack_xp") || "0", 10);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level = parseInt(localStorage.getItem("edutrack_level") || "1", 10);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newXp = xp + amount;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nextLvlThreshold = level * 200;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newLvl = level;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leveledUp = false;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while (newXp &gt;= nextLvlThreshold) {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newXp -= nextLvlThreshold;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newLvl += 1;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nextLvlThreshold = newLvl * 200;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leveledUp = true;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localStorage.setItem("edutrack_xp", newXp.toString());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localStorage.setItem("edutrack_level", newLvl.toString());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Broadcast custom event to sync layouts instantly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window.dispatchEvent(new CustomEvent("edutrack_xp_updated", { detail: { xp: newXp, level: newLvl } }));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newXp, newLevel: newLvl, leveledUp };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0" y="1371600"/>
            <a:ext cx="4416552" cy="475488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0" y="16459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Implementation Details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0" y="2011680"/>
            <a:ext cx="40233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XP progression: Calculates levels dynamically with threshold multipliers ($L \times 200$ XP per level).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Client-side broadcast: Dispatches a CustomEvent (`edutrack_xp_updated`) to standard browsers, notifying sidebar layouts, dashboards, and profile components to reactively scale progress bars.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Persistent Storage: Backed by browser local storage keys to ensure XP logs and Daily Streak history survive tab reloads without requiring continuous database hits.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Modular Hook wrapper: Easily callable in NCERT textbooks (+50 XP), flashcard spaced review box promotions (+15 XP), or PYQ assessments.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Access &amp; Codebase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5486400" cy="475488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Deployed Platform</a:t>
            </a:r>
            <a:endParaRPr lang="en-US" sz="2200" dirty="0"/>
          </a:p>
        </p:txBody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https://edutrack.app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Production URL: Deployed to cloud infrastructure for low-latency delivery.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Fully Responsive: Optimized for desktops, tablets, and smart boards in classrooms.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Firebase Integration: Handles secure real-time authentication and synchronized peer sessions seamlessly.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Ready to Test: Create a free account or login to explore AI tutors, homework lens scanner, Leitner cards, and collaborative whiteboard.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371600"/>
            <a:ext cx="5486400" cy="475488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</a:t>
            </a:r>
            <a:endParaRPr lang="en-US" sz="2200" dirty="0"/>
          </a:p>
        </p:txBody>
      </p:sp>
      <p:sp>
        <p:nvSpPr>
          <p:cNvPr id="10" name="Text 8">
            <a:hlinkClick r:id="rId2" tooltip=""/>
          </p:cNvPr>
          <p:cNvSpPr/>
          <p:nvPr/>
        </p:nvSpPr>
        <p:spPr>
          <a:xfrm>
            <a:off x="649224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Codebase Link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92240" y="274320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Version Control: Hosted on GitHub with comprehensive commit logs.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Technology Highlights: Next.js 14 App Router, TypeScript, Tailwind CSS, and custom AI prompt pipelines.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Setup Guide: Comprehensive README.md file detailing local compilation commands and environment variables setup.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Modular Design: Clean file structures split by concerns (components, state context hooks, local engines, database adapters).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2026-06-15T14:46:02Z</dcterms:created>
  <dcterms:modified xsi:type="dcterms:W3CDTF">2026-06-15T14:46:02Z</dcterms:modified>
</cp:coreProperties>
</file>